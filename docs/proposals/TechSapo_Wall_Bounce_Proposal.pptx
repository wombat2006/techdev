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1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1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1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2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2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mbat/techdev/scripts/pptx-gen/.tmp/render/slide-2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TechSapo Wall-Bounce Platform Proposal</dc:title>
  <dc:subject>AI Orchestration Platform Technical Proposal</dc:subject>
  <dc:creator>TechSapo Development Team</dc:creator>
  <cp:lastModifiedBy>TechSapo Development Team</cp:lastModifiedBy>
  <cp:revision>1</cp:revision>
  <dcterms:created xsi:type="dcterms:W3CDTF">2026-06-17T15:28:10Z</dcterms:created>
  <dcterms:modified xsi:type="dcterms:W3CDTF">2026-06-17T15:28:10Z</dcterms:modified>
</cp:coreProperties>
</file>